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077f9d7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077f9d7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077f9d7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077f9d7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077f9d79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077f9d79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0d68adf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0d68adf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077f9d79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077f9d7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r>
              <a:rPr lang="ko"/>
              <a:t>조 계획서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이하은 정은진 최지은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차례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아이디어(1) - 낙상 감지 OpenPOSE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아이디어(2) - 도서관 자리 관리 시스템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아이디어(3) - 그림자 예측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/>
              <a:t>아이디어(1) -  OpenPOSE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주제: 낙상 감지 시스템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목표: 카메라로 사람의 “낙상” 이벤트를 실시간으로 탐지한 뒤 알람 전송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독거노인 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요양시설설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아이디어(2)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24650" y="11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도서관 /스터디 카페 스마트 좌석 관리 시스템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목표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카메라 입력 영상을 기반으로 좌석별 사용 여부를 자동 감지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자리 현황을 시각적으로 표시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실시가 좌석 현황을 UI로 제공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간단한 프로토타입 구현을 통해 도서관/스터디가케의 빈자리 탐색 문제를 해결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20"/>
              <a:t>시각 장애인을 위한 '소리 나는 색깔' 애플리케이션</a:t>
            </a:r>
            <a:endParaRPr sz="20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목표 : 카메라로 인식한 색상을 소리로 변환하여 사용자에게 전달하는 애플리케이션이다. 시각장애인 또는 색 구분이 어려운 사용자가 스마트폰 카메라를 통해 주변 사물의 색을 직관적으로 ‘들을’ 수 있도록 지원한다.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사용대상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시각장애인 및 저시력인</a:t>
            </a:r>
            <a:r>
              <a:rPr lang="ko" sz="1200">
                <a:solidFill>
                  <a:schemeClr val="dk1"/>
                </a:solidFill>
              </a:rPr>
              <a:t>: 생활 속 색상 구분이 필요한 사용자.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교육 기관</a:t>
            </a:r>
            <a:r>
              <a:rPr lang="ko" sz="1100">
                <a:solidFill>
                  <a:schemeClr val="dk1"/>
                </a:solidFill>
              </a:rPr>
              <a:t>: 색채 교육 및 체험 학습 도구.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일반 사용자</a:t>
            </a:r>
            <a:r>
              <a:rPr lang="ko" sz="1100">
                <a:solidFill>
                  <a:schemeClr val="dk1"/>
                </a:solidFill>
              </a:rPr>
              <a:t>: 재미 요소(색→소리 변환) 체험 및 시각장애 체험 교육.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아이디어(3)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주제: </a:t>
            </a:r>
            <a:r>
              <a:rPr lang="ko"/>
              <a:t>그림자 예측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목표: (1) </a:t>
            </a:r>
            <a:r>
              <a:rPr lang="ko"/>
              <a:t>그늘 예측 (2) 객체 인식 - 도로 위 로드킬 동물 객체 인식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(1) </a:t>
            </a:r>
            <a:r>
              <a:rPr lang="ko"/>
              <a:t>그늘 예측 - 고정식 무더위쉼터를 그늘을 통해 이동식 무더위쉼터 제공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 (2) </a:t>
            </a:r>
            <a:r>
              <a:rPr lang="ko"/>
              <a:t>객체 인식 - 고속도로 위 로드킬 후 동물 객체 인식해서 빠르게 후처리(사고 예방 및 생명 존중)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